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7" r:id="rId5"/>
  </p:sldMasterIdLst>
  <p:notesMasterIdLst>
    <p:notesMasterId r:id="rId9"/>
  </p:notesMasterIdLst>
  <p:handoutMasterIdLst>
    <p:handoutMasterId r:id="rId10"/>
  </p:handoutMasterIdLst>
  <p:sldIdLst>
    <p:sldId id="257" r:id="rId6"/>
    <p:sldId id="367" r:id="rId7"/>
    <p:sldId id="3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3399"/>
    <a:srgbClr val="00FF00"/>
    <a:srgbClr val="2D266D"/>
    <a:srgbClr val="005F76"/>
    <a:srgbClr val="FFC000"/>
    <a:srgbClr val="62569A"/>
    <a:srgbClr val="FEC34E"/>
    <a:srgbClr val="80C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4061" autoAdjust="0"/>
  </p:normalViewPr>
  <p:slideViewPr>
    <p:cSldViewPr snapToGrid="0" snapToObjects="1">
      <p:cViewPr varScale="1">
        <p:scale>
          <a:sx n="74" d="100"/>
          <a:sy n="74" d="100"/>
        </p:scale>
        <p:origin x="100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4" d="100"/>
          <a:sy n="124" d="100"/>
        </p:scale>
        <p:origin x="2696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A76A6A-7728-1C4A-B475-3C1F815680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01570-C700-4248-B940-98175E8FDE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7769C-3736-1441-9E8D-6918C108AC7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FF813-F050-414E-B2FD-7CDB6C797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 OF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07ACE-7BA4-9743-9FF6-E92826B8A7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850BC-D1CA-354D-81D6-88DF1130A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934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1E3C7-E043-D54B-B821-6EF9BC5D62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 OF 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49502-7726-AE46-A7D2-8754A6966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710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03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emf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C6376E-8CF3-514C-8ADA-A4B6BD25DD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8"/>
          <a:stretch/>
        </p:blipFill>
        <p:spPr>
          <a:xfrm>
            <a:off x="-7088" y="0"/>
            <a:ext cx="12242254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DBCBD9-935E-7245-A013-1E37A0BF61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B9B1B-4B18-8E4F-AA1C-ECC600248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960"/>
            <a:ext cx="8904790" cy="2615053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6182-0002-8D4A-803C-AF8B43C46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1536"/>
            <a:ext cx="890479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C73CAB-DDB3-6D4A-A018-367F54DEA8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654171"/>
            <a:ext cx="1090121" cy="76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0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DA54C2-C5CD-7B40-B888-CCDA22B04E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089" y="1371220"/>
            <a:ext cx="12199089" cy="553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4B9B1B-4B18-8E4F-AA1C-ECC600248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890" y="1870435"/>
            <a:ext cx="11134726" cy="972503"/>
          </a:xfrm>
          <a:ln>
            <a:noFill/>
          </a:ln>
        </p:spPr>
        <p:txBody>
          <a:bodyPr anchor="t"/>
          <a:lstStyle>
            <a:lvl1pPr algn="l">
              <a:defRPr sz="6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6182-0002-8D4A-803C-AF8B43C46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890" y="2842938"/>
            <a:ext cx="11134726" cy="585420"/>
          </a:xfrm>
        </p:spPr>
        <p:txBody>
          <a:bodyPr/>
          <a:lstStyle>
            <a:lvl1pPr marL="0" indent="0" algn="l">
              <a:buNone/>
              <a:defRPr sz="24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70F5F5-91F0-C94C-92F1-94E6A4D20E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890" y="572060"/>
            <a:ext cx="1132488" cy="7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94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3462F3-590D-B34D-8E72-BEC2371C8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6934" y="318060"/>
            <a:ext cx="10905066" cy="620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4B9B1B-4B18-8E4F-AA1C-ECC600248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890" y="1887365"/>
            <a:ext cx="5871177" cy="2726149"/>
          </a:xfrm>
          <a:ln>
            <a:noFill/>
          </a:ln>
        </p:spPr>
        <p:txBody>
          <a:bodyPr anchor="t"/>
          <a:lstStyle>
            <a:lvl1pPr algn="l">
              <a:lnSpc>
                <a:spcPct val="100000"/>
              </a:lnSpc>
              <a:defRPr sz="6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6182-0002-8D4A-803C-AF8B43C46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890" y="4613515"/>
            <a:ext cx="5871177" cy="1357101"/>
          </a:xfrm>
        </p:spPr>
        <p:txBody>
          <a:bodyPr/>
          <a:lstStyle>
            <a:lvl1pPr marL="0" indent="0" algn="l">
              <a:buNone/>
              <a:defRPr sz="24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70F5F5-91F0-C94C-92F1-94E6A4D20E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890" y="572060"/>
            <a:ext cx="1132488" cy="7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61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75B6-110F-3540-8652-767D0FAAE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11106912" cy="4351338"/>
          </a:xfrm>
        </p:spPr>
        <p:txBody>
          <a:bodyPr/>
          <a:lstStyle>
            <a:lvl1pPr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20202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75B6-110F-3540-8652-767D0FAAE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11106912" cy="4351338"/>
          </a:xfrm>
        </p:spPr>
        <p:txBody>
          <a:bodyPr/>
          <a:lstStyle>
            <a:lvl1pPr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82664-46C9-784E-AB89-3C8121B7AC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22442" y="1062332"/>
            <a:ext cx="4057085" cy="40570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75B6-110F-3540-8652-767D0FAAE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1"/>
            <a:ext cx="11106912" cy="484847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7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DD9ACDD-8E38-7345-AEDE-AE10341F1D0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C97F05-8DDF-4D4A-B7C4-8FBE3313EC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578" y="1367132"/>
            <a:ext cx="5422603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F95FBD-65D2-7247-9DE6-BF6BF850DA6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2578" y="2200940"/>
            <a:ext cx="5422604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442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DD9ACDD-8E38-7345-AEDE-AE10341F1D0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C97F05-8DDF-4D4A-B7C4-8FBE3313EC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578" y="1367132"/>
            <a:ext cx="5422603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F95FBD-65D2-7247-9DE6-BF6BF850DA6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2578" y="2200940"/>
            <a:ext cx="5422604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DD9ACDD-8E38-7345-AEDE-AE10341F1D0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40956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C97F05-8DDF-4D4A-B7C4-8FBE3313EC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578" y="1367132"/>
            <a:ext cx="5422603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F95FBD-65D2-7247-9DE6-BF6BF850DA6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2578" y="2200940"/>
            <a:ext cx="5422604" cy="40956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914EC-70C4-554F-A90D-84309528D7C2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93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A761-3935-8D44-B2EB-CC8257A9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CC60-6906-D348-8CEE-F73955BBB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D640-EF84-BF40-B26F-3B0152C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C63BA-EED1-8D41-A38E-DD3D0C57DA72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B7EA6-D369-2648-BE94-99BE96A9E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32A8989-A97B-254E-A915-437625F9663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58965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44A761-3935-8D44-B2EB-CC8257A9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CC60-6906-D348-8CEE-F73955BBB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D640-EF84-BF40-B26F-3B0152C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C63BA-EED1-8D41-A38E-DD3D0C57DA72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B7EA6-D369-2648-BE94-99BE96A9E8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32A8989-A97B-254E-A915-437625F9663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A761-3935-8D44-B2EB-CC8257A9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CC60-6906-D348-8CEE-F73955BBB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D640-EF84-BF40-B26F-3B0152C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61640-B8C6-214D-85BF-F8D5626893CF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47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062C01E-C580-F745-A1F5-F3AB279E3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5A2CC6-926E-9E46-AF14-DA60F3A391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34566D-EA73-9B48-9014-FA3FADD3A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960"/>
            <a:ext cx="8904790" cy="2615053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C542504-407E-C641-A37D-019267316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1536"/>
            <a:ext cx="890479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D9C24D-3851-E847-93D8-841A15B747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654171"/>
            <a:ext cx="1090121" cy="76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03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89FC2F13-B651-B04F-A734-44E1B0BB43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2688" y="1366838"/>
            <a:ext cx="5416550" cy="4470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544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89FC2F13-B651-B04F-A734-44E1B0BB43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2688" y="1366838"/>
            <a:ext cx="5416550" cy="4470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89FC2F13-B651-B04F-A734-44E1B0BB43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2688" y="1366837"/>
            <a:ext cx="5416550" cy="494136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D26DE-1C40-654C-B041-3708EB97DE7E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1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0"/>
            <a:ext cx="3491998" cy="365759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0"/>
            <a:ext cx="3491998" cy="365759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0"/>
            <a:ext cx="3491998" cy="365759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1580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32F26-B3F5-574B-8420-D41F875327B4}"/>
              </a:ext>
            </a:extLst>
          </p:cNvPr>
          <p:cNvSpPr/>
          <p:nvPr userDrawn="1"/>
        </p:nvSpPr>
        <p:spPr>
          <a:xfrm>
            <a:off x="0" y="6170435"/>
            <a:ext cx="12192000" cy="731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42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32F26-B3F5-574B-8420-D41F875327B4}"/>
              </a:ext>
            </a:extLst>
          </p:cNvPr>
          <p:cNvSpPr/>
          <p:nvPr userDrawn="1"/>
        </p:nvSpPr>
        <p:spPr>
          <a:xfrm>
            <a:off x="0" y="6170435"/>
            <a:ext cx="12192000" cy="731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32F26-B3F5-574B-8420-D41F875327B4}"/>
              </a:ext>
            </a:extLst>
          </p:cNvPr>
          <p:cNvSpPr/>
          <p:nvPr userDrawn="1"/>
        </p:nvSpPr>
        <p:spPr>
          <a:xfrm>
            <a:off x="0" y="6170435"/>
            <a:ext cx="12192000" cy="731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D7B722-9DA3-3345-BE5F-694661C9EFB1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48A0D11-E00E-5940-9751-88183C7D8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9">
            <a:extLst>
              <a:ext uri="{FF2B5EF4-FFF2-40B4-BE49-F238E27FC236}">
                <a16:creationId xmlns:a16="http://schemas.microsoft.com/office/drawing/2014/main" id="{DD7EB6D2-AEFF-0C42-8D0C-29043189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132BB9-2EB3-DC48-882C-373D140A903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854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A38D4CF-7002-5D44-9D1F-944F19ADF63B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498A0F-F22D-F743-97BD-7BAF6C7E8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5A848044-39FA-1D4B-9E6A-A33E5DEF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64E5976-DD86-FD41-A4D0-177E28D38DE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416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3D6B608-0CCF-7A43-97DC-B7A3AA1E0437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rgbClr val="005F7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2D9C210-6A6E-A444-9580-A5D1E3F0C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8A9F3440-3AC8-F746-B9E8-58D407AF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AA2C7F5-9008-EE4A-A12F-61BD45A427F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417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ECBFE2E-1AB7-EF41-BC03-2C909DAF7425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91468EE-6A78-ED46-BCED-76360627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3649A965-EC31-FD41-B96F-1CD87840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5B1CAD4-A15D-E64E-9301-D88B86489A2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08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7D7BB9-8D21-5040-833A-B5FBC08B341C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5584C3B-B502-7248-BC2A-170B7D18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BAF97AE4-6A00-9D4A-9192-A8F50115E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149AED6-DDE6-BE4C-A368-3C7EA8647D5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27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8504D2C-40EC-594A-8A8A-CC71FFD45D19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6C1DD62-E08C-AD42-8747-79745A352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141664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9C1D377C-BFFF-1449-9676-BF56FF94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69"/>
            <a:ext cx="3492000" cy="605185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49B8595-F331-F541-9580-97A1F86E194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69"/>
            <a:ext cx="3492000" cy="605185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25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562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3DDC8E-48D8-1B4D-91B6-769810144B76}"/>
              </a:ext>
            </a:extLst>
          </p:cNvPr>
          <p:cNvSpPr/>
          <p:nvPr userDrawn="1"/>
        </p:nvSpPr>
        <p:spPr>
          <a:xfrm>
            <a:off x="0" y="0"/>
            <a:ext cx="5700713" cy="68945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76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rgbClr val="005F7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578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BBB607F-15BF-7549-9325-C12226C1C5BD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16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CAB8FFE-6225-DC47-A1DE-6FFE99A79FE4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248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0"/>
            <a:ext cx="5700713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71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786665-CCEF-F34F-A4B4-C49EBA4B4DAF}"/>
              </a:ext>
            </a:extLst>
          </p:cNvPr>
          <p:cNvSpPr/>
          <p:nvPr userDrawn="1"/>
        </p:nvSpPr>
        <p:spPr>
          <a:xfrm>
            <a:off x="0" y="0"/>
            <a:ext cx="8013843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660C15-CAF1-7A40-B14F-57DF9DEE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994F5A2E-842D-504F-A764-DE2DEE29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B333DA6-24BE-6F42-A383-6E11F4F451E2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37889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0"/>
            <a:ext cx="8013843" cy="68945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660C15-CAF1-7A40-B14F-57DF9DEE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994F5A2E-842D-504F-A764-DE2DEE29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B333DA6-24BE-6F42-A383-6E11F4F451E2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979959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rgbClr val="005F7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588AB70-6FA6-F14B-82C2-B67F8D956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51931D0E-51B0-154A-8465-DC98CABA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55B0A34-14B6-934A-809A-F1E66F236CD2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423683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1C289E-D57C-8D40-8CB1-37A27864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74EF3730-E8BD-FF47-82B9-C39663F3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3CCB04B-BEAD-2B45-86FA-0C1367477B18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370998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1CB6BDA-16A2-A841-97E3-67B11226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E503FB48-3E72-A242-89BD-436AC03F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1E70E75-27D0-1841-B436-B36718E1BAF1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27766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69"/>
            <a:ext cx="3492000" cy="605185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DED3B17-F38F-EE46-AE80-49058038B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50C48BC9-D1EE-1642-B53D-925D8AC0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96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ign in front of a building&#10;&#10;Description generated with very high confidence">
            <a:extLst>
              <a:ext uri="{FF2B5EF4-FFF2-40B4-BE49-F238E27FC236}">
                <a16:creationId xmlns:a16="http://schemas.microsoft.com/office/drawing/2014/main" id="{24635C4D-5CDB-4A0B-B618-AE49436C0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</a:t>
            </a:r>
            <a:r>
              <a:rPr lang="en-US" dirty="0" err="1"/>
              <a:t>levelv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33531B-4A29-40CD-A506-0D7D2687F0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7" y="6297254"/>
            <a:ext cx="561156" cy="396000"/>
          </a:xfrm>
          <a:prstGeom prst="rect">
            <a:avLst/>
          </a:prstGeom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8488245-0BE8-43A6-8915-505102C6612B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768724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C6376E-8CF3-514C-8ADA-A4B6BD25DD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8"/>
          <a:stretch/>
        </p:blipFill>
        <p:spPr>
          <a:xfrm>
            <a:off x="-7088" y="0"/>
            <a:ext cx="12242254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DBCBD9-935E-7245-A013-1E37A0BF61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B9B1B-4B18-8E4F-AA1C-ECC600248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960"/>
            <a:ext cx="8904790" cy="2615053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6182-0002-8D4A-803C-AF8B43C46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1536"/>
            <a:ext cx="890479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C73CAB-DDB3-6D4A-A018-367F54DEA8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654171"/>
            <a:ext cx="1090121" cy="76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9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DA54C2-C5CD-7B40-B888-CCDA22B04E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089" y="1371220"/>
            <a:ext cx="12199089" cy="553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4B9B1B-4B18-8E4F-AA1C-ECC600248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890" y="1870435"/>
            <a:ext cx="11134726" cy="972503"/>
          </a:xfrm>
          <a:ln>
            <a:noFill/>
          </a:ln>
        </p:spPr>
        <p:txBody>
          <a:bodyPr anchor="t"/>
          <a:lstStyle>
            <a:lvl1pPr algn="l">
              <a:defRPr sz="6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6182-0002-8D4A-803C-AF8B43C46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890" y="2842938"/>
            <a:ext cx="11134726" cy="585420"/>
          </a:xfrm>
        </p:spPr>
        <p:txBody>
          <a:bodyPr/>
          <a:lstStyle>
            <a:lvl1pPr marL="0" indent="0" algn="l">
              <a:buNone/>
              <a:defRPr sz="24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70F5F5-91F0-C94C-92F1-94E6A4D20E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890" y="572060"/>
            <a:ext cx="1132488" cy="7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45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3462F3-590D-B34D-8E72-BEC2371C8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6934" y="318060"/>
            <a:ext cx="10905066" cy="620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4B9B1B-4B18-8E4F-AA1C-ECC600248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890" y="1887365"/>
            <a:ext cx="5871177" cy="2726149"/>
          </a:xfrm>
          <a:ln>
            <a:noFill/>
          </a:ln>
        </p:spPr>
        <p:txBody>
          <a:bodyPr anchor="t"/>
          <a:lstStyle>
            <a:lvl1pPr algn="l">
              <a:lnSpc>
                <a:spcPct val="100000"/>
              </a:lnSpc>
              <a:defRPr sz="6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6182-0002-8D4A-803C-AF8B43C46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890" y="4613515"/>
            <a:ext cx="5871177" cy="1357101"/>
          </a:xfrm>
        </p:spPr>
        <p:txBody>
          <a:bodyPr/>
          <a:lstStyle>
            <a:lvl1pPr marL="0" indent="0" algn="l">
              <a:buNone/>
              <a:defRPr sz="24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70F5F5-91F0-C94C-92F1-94E6A4D20E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890" y="572060"/>
            <a:ext cx="1132488" cy="7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8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75B6-110F-3540-8652-767D0FAAE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11106912" cy="4351338"/>
          </a:xfrm>
        </p:spPr>
        <p:txBody>
          <a:bodyPr/>
          <a:lstStyle>
            <a:lvl1pPr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6052140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75B6-110F-3540-8652-767D0FAAE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11106912" cy="4351338"/>
          </a:xfrm>
        </p:spPr>
        <p:txBody>
          <a:bodyPr/>
          <a:lstStyle>
            <a:lvl1pPr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82664-46C9-784E-AB89-3C8121B7AC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22442" y="1062332"/>
            <a:ext cx="4057085" cy="405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687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75B6-110F-3540-8652-767D0FAAE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1"/>
            <a:ext cx="11106912" cy="484847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4907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DD9ACDD-8E38-7345-AEDE-AE10341F1D0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C97F05-8DDF-4D4A-B7C4-8FBE3313EC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578" y="1367132"/>
            <a:ext cx="5422603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F95FBD-65D2-7247-9DE6-BF6BF850DA6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2578" y="2200940"/>
            <a:ext cx="5422604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28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DD9ACDD-8E38-7345-AEDE-AE10341F1D0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C97F05-8DDF-4D4A-B7C4-8FBE3313EC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578" y="1367132"/>
            <a:ext cx="5422603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F95FBD-65D2-7247-9DE6-BF6BF850DA6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2578" y="2200940"/>
            <a:ext cx="5422604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542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DD9ACDD-8E38-7345-AEDE-AE10341F1D0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40956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C97F05-8DDF-4D4A-B7C4-8FBE3313EC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62578" y="1367132"/>
            <a:ext cx="5422603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F95FBD-65D2-7247-9DE6-BF6BF850DA6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2578" y="2200940"/>
            <a:ext cx="5422604" cy="40956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914EC-70C4-554F-A90D-84309528D7C2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67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A761-3935-8D44-B2EB-CC8257A9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CC60-6906-D348-8CEE-F73955BBB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D640-EF84-BF40-B26F-3B0152C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C63BA-EED1-8D41-A38E-DD3D0C57DA72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B7EA6-D369-2648-BE94-99BE96A9E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32A8989-A97B-254E-A915-437625F9663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994072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44A761-3935-8D44-B2EB-CC8257A9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CC60-6906-D348-8CEE-F73955BBB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D640-EF84-BF40-B26F-3B0152C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10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C63BA-EED1-8D41-A38E-DD3D0C57DA72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B7EA6-D369-2648-BE94-99BE96A9E8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32A8989-A97B-254E-A915-437625F9663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3228668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A761-3935-8D44-B2EB-CC8257A9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CC60-6906-D348-8CEE-F73955BBB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D640-EF84-BF40-B26F-3B0152C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61640-B8C6-214D-85BF-F8D5626893CF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4795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062C01E-C580-F745-A1F5-F3AB279E3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5A2CC6-926E-9E46-AF14-DA60F3A391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34566D-EA73-9B48-9014-FA3FADD3A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960"/>
            <a:ext cx="8904790" cy="2615053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C542504-407E-C641-A37D-019267316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1536"/>
            <a:ext cx="890479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D9C24D-3851-E847-93D8-841A15B747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654171"/>
            <a:ext cx="1090121" cy="76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418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89FC2F13-B651-B04F-A734-44E1B0BB43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2688" y="1366838"/>
            <a:ext cx="5416550" cy="44704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1351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363699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89FC2F13-B651-B04F-A734-44E1B0BB43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2688" y="1366838"/>
            <a:ext cx="5416550" cy="44704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8208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3024" y="1367132"/>
            <a:ext cx="53705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3024" y="2200940"/>
            <a:ext cx="53705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89FC2F13-B651-B04F-A734-44E1B0BB43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2688" y="1366837"/>
            <a:ext cx="5416550" cy="49413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D26DE-1C40-654C-B041-3708EB97DE7E}"/>
              </a:ext>
            </a:extLst>
          </p:cNvPr>
          <p:cNvSpPr/>
          <p:nvPr userDrawn="1"/>
        </p:nvSpPr>
        <p:spPr>
          <a:xfrm>
            <a:off x="0" y="6613451"/>
            <a:ext cx="12192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20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5FF86DD-B2E0-0A4A-8784-9382D4AB32FE}"/>
              </a:ext>
            </a:extLst>
          </p:cNvPr>
          <p:cNvSpPr/>
          <p:nvPr userDrawn="1"/>
        </p:nvSpPr>
        <p:spPr>
          <a:xfrm>
            <a:off x="0" y="6188534"/>
            <a:ext cx="12192000" cy="706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0"/>
            <a:ext cx="3491998" cy="365759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0"/>
            <a:ext cx="3491998" cy="365759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0"/>
            <a:ext cx="3491998" cy="365759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093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32F26-B3F5-574B-8420-D41F875327B4}"/>
              </a:ext>
            </a:extLst>
          </p:cNvPr>
          <p:cNvSpPr/>
          <p:nvPr userDrawn="1"/>
        </p:nvSpPr>
        <p:spPr>
          <a:xfrm>
            <a:off x="0" y="6170435"/>
            <a:ext cx="12192000" cy="731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5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32F26-B3F5-574B-8420-D41F875327B4}"/>
              </a:ext>
            </a:extLst>
          </p:cNvPr>
          <p:cNvSpPr/>
          <p:nvPr userDrawn="1"/>
        </p:nvSpPr>
        <p:spPr>
          <a:xfrm>
            <a:off x="0" y="6170435"/>
            <a:ext cx="12192000" cy="731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10328703" y="6441342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0682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378" y="903288"/>
            <a:ext cx="5384710" cy="5397500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468731"/>
            <a:ext cx="11106912" cy="743381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1BE23F9-5E1E-1C44-B89C-4D511DBE1BA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3024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B099BA-55D2-1142-8920-ED8396CDCEB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3024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7DCF4D-F26C-E842-AD71-13FDEA7CEBC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79480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278184-04B0-1C42-9678-D8C8B874CB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9480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AAE170-B4EA-FC45-BE1C-DDC57A8A6B9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85935" y="1286541"/>
            <a:ext cx="3491998" cy="94629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CB88E6-3412-B045-9A06-4604376784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85935" y="2307271"/>
            <a:ext cx="3491998" cy="3661729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732F26-B3F5-574B-8420-D41F875327B4}"/>
              </a:ext>
            </a:extLst>
          </p:cNvPr>
          <p:cNvSpPr/>
          <p:nvPr userDrawn="1"/>
        </p:nvSpPr>
        <p:spPr>
          <a:xfrm>
            <a:off x="0" y="6170435"/>
            <a:ext cx="12192000" cy="731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44ABE8-A527-ED40-9D71-DC2F756B40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024" y="6343554"/>
            <a:ext cx="561171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D7B722-9DA3-3345-BE5F-694661C9EFB1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48A0D11-E00E-5940-9751-88183C7D8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itle 9">
            <a:extLst>
              <a:ext uri="{FF2B5EF4-FFF2-40B4-BE49-F238E27FC236}">
                <a16:creationId xmlns:a16="http://schemas.microsoft.com/office/drawing/2014/main" id="{DD7EB6D2-AEFF-0C42-8D0C-29043189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132BB9-2EB3-DC48-882C-373D140A903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501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A38D4CF-7002-5D44-9D1F-944F19ADF63B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498A0F-F22D-F743-97BD-7BAF6C7E8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5A848044-39FA-1D4B-9E6A-A33E5DEF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64E5976-DD86-FD41-A4D0-177E28D38DE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9461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3D6B608-0CCF-7A43-97DC-B7A3AA1E0437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rgbClr val="005F7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2D9C210-6A6E-A444-9580-A5D1E3F0C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8A9F3440-3AC8-F746-B9E8-58D407AF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AA2C7F5-9008-EE4A-A12F-61BD45A427F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561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ECBFE2E-1AB7-EF41-BC03-2C909DAF7425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91468EE-6A78-ED46-BCED-76360627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3649A965-EC31-FD41-B96F-1CD87840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5B1CAD4-A15D-E64E-9301-D88B86489A2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7411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7D7BB9-8D21-5040-833A-B5FBC08B341C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5584C3B-B502-7248-BC2A-170B7D18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BAF97AE4-6A00-9D4A-9192-A8F50115E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149AED6-DDE6-BE4C-A368-3C7EA8647D5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9018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8504D2C-40EC-594A-8A8A-CC71FFD45D19}"/>
              </a:ext>
            </a:extLst>
          </p:cNvPr>
          <p:cNvSpPr/>
          <p:nvPr userDrawn="1"/>
        </p:nvSpPr>
        <p:spPr>
          <a:xfrm>
            <a:off x="0" y="-1"/>
            <a:ext cx="4065022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6C1DD62-E08C-AD42-8747-79745A352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2674937"/>
            <a:ext cx="3508744" cy="3141664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9C1D377C-BFFF-1449-9676-BF56FF94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83670"/>
            <a:ext cx="3508744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69"/>
            <a:ext cx="3492000" cy="605185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49B8595-F331-F541-9580-97A1F86E194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0479" y="383669"/>
            <a:ext cx="3492000" cy="605185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40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6119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3DDC8E-48D8-1B4D-91B6-769810144B76}"/>
              </a:ext>
            </a:extLst>
          </p:cNvPr>
          <p:cNvSpPr/>
          <p:nvPr userDrawn="1"/>
        </p:nvSpPr>
        <p:spPr>
          <a:xfrm>
            <a:off x="0" y="0"/>
            <a:ext cx="5700713" cy="68945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765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rgbClr val="005F7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7769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BBB607F-15BF-7549-9325-C12226C1C5BD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895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CAB8FFE-6225-DC47-A1DE-6FFE99A79FE4}"/>
              </a:ext>
            </a:extLst>
          </p:cNvPr>
          <p:cNvSpPr/>
          <p:nvPr userDrawn="1"/>
        </p:nvSpPr>
        <p:spPr>
          <a:xfrm>
            <a:off x="0" y="-1"/>
            <a:ext cx="5700713" cy="6894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4058966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0074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0"/>
            <a:ext cx="5700713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9ED85A-00BB-C04D-A5BE-5B566185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511248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71F47F02-AE92-7746-AD7D-6383FA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511248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98423" y="383670"/>
            <a:ext cx="5681513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6574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9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786665-CCEF-F34F-A4B4-C49EBA4B4DAF}"/>
              </a:ext>
            </a:extLst>
          </p:cNvPr>
          <p:cNvSpPr/>
          <p:nvPr userDrawn="1"/>
        </p:nvSpPr>
        <p:spPr>
          <a:xfrm>
            <a:off x="0" y="0"/>
            <a:ext cx="8013843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660C15-CAF1-7A40-B14F-57DF9DEE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994F5A2E-842D-504F-A764-DE2DEE29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B333DA6-24BE-6F42-A383-6E11F4F451E2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049736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0"/>
            <a:ext cx="8013843" cy="68945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660C15-CAF1-7A40-B14F-57DF9DEE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994F5A2E-842D-504F-A764-DE2DEE29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B333DA6-24BE-6F42-A383-6E11F4F451E2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21788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rgbClr val="005F7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588AB70-6FA6-F14B-82C2-B67F8D956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51931D0E-51B0-154A-8465-DC98CABA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55B0A34-14B6-934A-809A-F1E66F236CD2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889566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1C289E-D57C-8D40-8CB1-37A27864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74EF3730-E8BD-FF47-82B9-C39663F3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3CCB04B-BEAD-2B45-86FA-0C1367477B18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83787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1CB6BDA-16A2-A841-97E3-67B11226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E503FB48-3E72-A242-89BD-436AC03F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70"/>
            <a:ext cx="3492000" cy="5334800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1E70E75-27D0-1841-B436-B36718E1BAF1}"/>
              </a:ext>
            </a:extLst>
          </p:cNvPr>
          <p:cNvSpPr txBox="1">
            <a:spLocks/>
          </p:cNvSpPr>
          <p:nvPr userDrawn="1"/>
        </p:nvSpPr>
        <p:spPr>
          <a:xfrm>
            <a:off x="6345531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07583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2D44F-18FF-2643-91ED-65D2DE07F72B}"/>
              </a:ext>
            </a:extLst>
          </p:cNvPr>
          <p:cNvSpPr/>
          <p:nvPr userDrawn="1"/>
        </p:nvSpPr>
        <p:spPr>
          <a:xfrm>
            <a:off x="0" y="-1"/>
            <a:ext cx="8013842" cy="6894576"/>
          </a:xfrm>
          <a:prstGeom prst="rect">
            <a:avLst/>
          </a:prstGeom>
          <a:solidFill>
            <a:srgbClr val="2D266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6AD9F6-F30E-5248-93DF-EAF7B16C0E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87936" y="383669"/>
            <a:ext cx="3492000" cy="6051853"/>
          </a:xfrm>
        </p:spPr>
        <p:txBody>
          <a:bodyPr/>
          <a:lstStyle>
            <a:lvl1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DED3B17-F38F-EE46-AE80-49058038B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0" y="2674937"/>
            <a:ext cx="7383249" cy="3073682"/>
          </a:xfr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50C48BC9-D1EE-1642-B53D-925D8AC0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83670"/>
            <a:ext cx="7383249" cy="2168144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1104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1915581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90314842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ign in front of a building&#10;&#10;Description generated with very high confidence">
            <a:extLst>
              <a:ext uri="{FF2B5EF4-FFF2-40B4-BE49-F238E27FC236}">
                <a16:creationId xmlns:a16="http://schemas.microsoft.com/office/drawing/2014/main" id="{24635C4D-5CDB-4A0B-B618-AE49436C0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</a:t>
            </a:r>
            <a:r>
              <a:rPr lang="en-US" dirty="0" err="1"/>
              <a:t>levelv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33531B-4A29-40CD-A506-0D7D2687F0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7" y="6297254"/>
            <a:ext cx="561156" cy="396000"/>
          </a:xfrm>
          <a:prstGeom prst="rect">
            <a:avLst/>
          </a:prstGeom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8488245-0BE8-43A6-8915-505102C6612B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57728149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F74B63A-FDC6-DD46-A9B9-FFD12FF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0" y="468732"/>
            <a:ext cx="7427976" cy="593152"/>
          </a:xfrm>
          <a:ln>
            <a:noFill/>
          </a:ln>
        </p:spPr>
        <p:txBody>
          <a:bodyPr anchor="t">
            <a:normAutofit/>
          </a:bodyPr>
          <a:lstStyle>
            <a:lvl1pPr>
              <a:defRPr sz="4000" b="1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5C7F50-AC3C-3C4D-AD01-A1C157BBD1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51960" y="1367132"/>
            <a:ext cx="7427976" cy="75491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902F0D3-5C33-B046-88CB-D813773AE9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51960" y="2200940"/>
            <a:ext cx="7427976" cy="410726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A24921-1CA4-8F4B-9A4B-3CB54BE7B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6297254"/>
            <a:ext cx="561169" cy="396000"/>
          </a:xfrm>
          <a:prstGeom prst="rect">
            <a:avLst/>
          </a:prstGeom>
        </p:spPr>
      </p:pic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9C28819D-01EF-1945-9E83-C473789459BE}"/>
              </a:ext>
            </a:extLst>
          </p:cNvPr>
          <p:cNvSpPr txBox="1">
            <a:spLocks/>
          </p:cNvSpPr>
          <p:nvPr userDrawn="1"/>
        </p:nvSpPr>
        <p:spPr>
          <a:xfrm>
            <a:off x="2455222" y="6492830"/>
            <a:ext cx="1351233" cy="2004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rgbClr val="2D26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UTAC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00719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slideLayout" Target="../slideLayouts/slideLayout84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83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46389-B86C-7043-875A-C52C4F2F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4E09F-7627-064F-ABFB-D7949826B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7FC56-58A8-3844-AE9C-E5CB84498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22799"/>
            <a:ext cx="2743200" cy="2032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 b="0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C625B-08D6-6C4C-8FC2-7CCA96296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2799"/>
            <a:ext cx="2743200" cy="20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 b="0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CAF963-A6A7-CB48-A16D-6B22BE3ABEF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060209-1EFE-A641-8F61-1242AE662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2799"/>
            <a:ext cx="4114800" cy="2032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50" b="0" i="0" kern="1200" dirty="0">
                <a:solidFill>
                  <a:srgbClr val="2D26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SG"/>
              <a:t>1 OF 4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674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6" r:id="rId3"/>
    <p:sldLayoutId id="2147483650" r:id="rId4"/>
    <p:sldLayoutId id="2147483676" r:id="rId5"/>
    <p:sldLayoutId id="2147483660" r:id="rId6"/>
    <p:sldLayoutId id="2147483661" r:id="rId7"/>
    <p:sldLayoutId id="2147483677" r:id="rId8"/>
    <p:sldLayoutId id="2147483665" r:id="rId9"/>
    <p:sldLayoutId id="2147483652" r:id="rId10"/>
    <p:sldLayoutId id="2147483675" r:id="rId11"/>
    <p:sldLayoutId id="2147483666" r:id="rId12"/>
    <p:sldLayoutId id="2147483651" r:id="rId13"/>
    <p:sldLayoutId id="2147483664" r:id="rId14"/>
    <p:sldLayoutId id="2147483673" r:id="rId15"/>
    <p:sldLayoutId id="2147483667" r:id="rId16"/>
    <p:sldLayoutId id="2147483662" r:id="rId17"/>
    <p:sldLayoutId id="2147483668" r:id="rId18"/>
    <p:sldLayoutId id="2147483674" r:id="rId19"/>
    <p:sldLayoutId id="2147483678" r:id="rId20"/>
    <p:sldLayoutId id="2147483663" r:id="rId21"/>
    <p:sldLayoutId id="2147483682" r:id="rId22"/>
    <p:sldLayoutId id="2147483679" r:id="rId23"/>
    <p:sldLayoutId id="2147483680" r:id="rId24"/>
    <p:sldLayoutId id="2147483681" r:id="rId25"/>
    <p:sldLayoutId id="2147483669" r:id="rId26"/>
    <p:sldLayoutId id="2147483693" r:id="rId27"/>
    <p:sldLayoutId id="2147483700" r:id="rId28"/>
    <p:sldLayoutId id="2147483699" r:id="rId29"/>
    <p:sldLayoutId id="2147483701" r:id="rId30"/>
    <p:sldLayoutId id="2147483702" r:id="rId31"/>
    <p:sldLayoutId id="2147483703" r:id="rId32"/>
    <p:sldLayoutId id="2147483704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70" r:id="rId39"/>
    <p:sldLayoutId id="2147483671" r:id="rId40"/>
    <p:sldLayoutId id="2147483687" r:id="rId41"/>
    <p:sldLayoutId id="2147483672" r:id="rId4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2D266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46389-B86C-7043-875A-C52C4F2F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4E09F-7627-064F-ABFB-D7949826B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7FC56-58A8-3844-AE9C-E5CB84498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22799"/>
            <a:ext cx="2743200" cy="2032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 b="0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C625B-08D6-6C4C-8FC2-7CCA96296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2799"/>
            <a:ext cx="2743200" cy="20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 b="0" i="0">
                <a:solidFill>
                  <a:srgbClr val="2D26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CAF963-A6A7-CB48-A16D-6B22BE3ABEF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060209-1EFE-A641-8F61-1242AE662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2799"/>
            <a:ext cx="4114800" cy="2032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50" b="0" i="0" kern="1200" dirty="0">
                <a:solidFill>
                  <a:srgbClr val="2D26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SG"/>
              <a:t>1 OF 4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949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2D266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1C0DC8-6C8C-4B57-8CD0-C09FF7699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674" y="2545579"/>
            <a:ext cx="5868178" cy="272614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400" dirty="0">
                <a:solidFill>
                  <a:srgbClr val="7030A0"/>
                </a:solidFill>
              </a:rPr>
              <a:t>Title: Statistic comparison result Device: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5009743" y="65088"/>
            <a:ext cx="1828800" cy="276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>
                <a:latin typeface="Tahoma" pitchFamily="34" charset="0"/>
                <a:cs typeface="Tahoma" pitchFamily="34" charset="0"/>
              </a:rPr>
              <a:t>VERIFIED BY : DCC</a:t>
            </a: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0494911" y="287470"/>
            <a:ext cx="16832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00" dirty="0">
                <a:latin typeface="+mj-lt"/>
                <a:cs typeface="Tahoma" pitchFamily="34" charset="0"/>
              </a:rPr>
              <a:t>REF        : SP-DOC-003</a:t>
            </a:r>
          </a:p>
          <a:p>
            <a:r>
              <a:rPr lang="en-US" sz="1000" dirty="0">
                <a:latin typeface="+mj-lt"/>
                <a:cs typeface="Tahoma" pitchFamily="34" charset="0"/>
              </a:rPr>
              <a:t>SERIAL  : 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64C17-2443-4163-A181-EC8E09F71F48}"/>
              </a:ext>
            </a:extLst>
          </p:cNvPr>
          <p:cNvSpPr txBox="1"/>
          <p:nvPr/>
        </p:nvSpPr>
        <p:spPr>
          <a:xfrm>
            <a:off x="335674" y="1750636"/>
            <a:ext cx="6224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Customer :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F12764D-1C2D-AF88-5A0D-AB9D94CCC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74" y="6242600"/>
            <a:ext cx="5148344" cy="5364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400" i="0" dirty="0">
                <a:solidFill>
                  <a:schemeClr val="tx1">
                    <a:lumMod val="25000"/>
                  </a:schemeClr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Prepare date:</a:t>
            </a:r>
            <a:endParaRPr lang="th-TH" sz="1400" i="0" dirty="0">
              <a:solidFill>
                <a:schemeClr val="tx1">
                  <a:lumMod val="25000"/>
                </a:schemeClr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400" i="0" dirty="0">
                <a:solidFill>
                  <a:schemeClr val="tx1">
                    <a:lumMod val="25000"/>
                  </a:schemeClr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</a:t>
            </a:r>
            <a:r>
              <a:rPr lang="en-US" sz="1400" i="0" dirty="0">
                <a:solidFill>
                  <a:schemeClr val="tx1">
                    <a:lumMod val="25000"/>
                  </a:schemeClr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Prepare by:</a:t>
            </a:r>
          </a:p>
        </p:txBody>
      </p:sp>
    </p:spTree>
    <p:extLst>
      <p:ext uri="{BB962C8B-B14F-4D97-AF65-F5344CB8AC3E}">
        <p14:creationId xmlns:p14="http://schemas.microsoft.com/office/powerpoint/2010/main" val="290212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575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2E5943E-73E8-4180-8F9D-928A1F6A6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2606" y="1870435"/>
            <a:ext cx="8107268" cy="972503"/>
          </a:xfrm>
        </p:spPr>
        <p:txBody>
          <a:bodyPr>
            <a:noAutofit/>
          </a:bodyPr>
          <a:lstStyle/>
          <a:p>
            <a:pPr algn="ctr"/>
            <a:br>
              <a:rPr lang="en-US" sz="3500" dirty="0"/>
            </a:br>
            <a:br>
              <a:rPr lang="en-US" sz="3500" dirty="0"/>
            </a:b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23692670"/>
      </p:ext>
    </p:extLst>
  </p:cSld>
  <p:clrMapOvr>
    <a:masterClrMapping/>
  </p:clrMapOvr>
</p:sld>
</file>

<file path=ppt/theme/theme1.xml><?xml version="1.0" encoding="utf-8"?>
<a:theme xmlns:a="http://schemas.openxmlformats.org/drawingml/2006/main" name="UTAC-(2018)-PPTMaster(widescreen)-27june-optimised (002)">
  <a:themeElements>
    <a:clrScheme name="UTAC Color Scheme">
      <a:dk1>
        <a:sysClr val="windowText" lastClr="000000"/>
      </a:dk1>
      <a:lt1>
        <a:sysClr val="window" lastClr="FFFFFF"/>
      </a:lt1>
      <a:dk2>
        <a:srgbClr val="2D266D"/>
      </a:dk2>
      <a:lt2>
        <a:srgbClr val="E7E6E6"/>
      </a:lt2>
      <a:accent1>
        <a:srgbClr val="80C9A7"/>
      </a:accent1>
      <a:accent2>
        <a:srgbClr val="005F76"/>
      </a:accent2>
      <a:accent3>
        <a:srgbClr val="4F86C6"/>
      </a:accent3>
      <a:accent4>
        <a:srgbClr val="F48659"/>
      </a:accent4>
      <a:accent5>
        <a:srgbClr val="8C2852"/>
      </a:accent5>
      <a:accent6>
        <a:srgbClr val="FDC24E"/>
      </a:accent6>
      <a:hlink>
        <a:srgbClr val="0070C0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UTAC Color Scheme">
      <a:dk1>
        <a:sysClr val="windowText" lastClr="000000"/>
      </a:dk1>
      <a:lt1>
        <a:sysClr val="window" lastClr="FFFFFF"/>
      </a:lt1>
      <a:dk2>
        <a:srgbClr val="2D266D"/>
      </a:dk2>
      <a:lt2>
        <a:srgbClr val="E7E6E6"/>
      </a:lt2>
      <a:accent1>
        <a:srgbClr val="80C9A7"/>
      </a:accent1>
      <a:accent2>
        <a:srgbClr val="005F76"/>
      </a:accent2>
      <a:accent3>
        <a:srgbClr val="4F86C6"/>
      </a:accent3>
      <a:accent4>
        <a:srgbClr val="F48659"/>
      </a:accent4>
      <a:accent5>
        <a:srgbClr val="8C2852"/>
      </a:accent5>
      <a:accent6>
        <a:srgbClr val="FDC24E"/>
      </a:accent6>
      <a:hlink>
        <a:srgbClr val="0070C0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RL xmlns="http://schemas.microsoft.com/sharepoint/v3">
      <Url xsi:nil="true"/>
      <Description xsi:nil="true"/>
    </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owerPoint" ma:contentTypeID="0x01010A001236D0C05A50BC40B98E98BE23DA78CC" ma:contentTypeVersion="4" ma:contentTypeDescription="Create a new powerpoint" ma:contentTypeScope="" ma:versionID="52d66ef1a96093349fe19d464ba64473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3741841dff2493ff13de5781d3329776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UR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URL" ma:index="7" nillable="true" ma:displayName="URL" ma:internalName="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519F64-A43F-43FB-B769-40E9D5D0CC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6A62C2-F189-4238-9318-AF9942D74AAC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sharepoint/v3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D435862-3F30-49FE-8007-418EEF2CA9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UTAC-(2018)-PPTMaster(widescreen)-27june-optimised (002)</Template>
  <TotalTime>26189</TotalTime>
  <Words>28</Words>
  <Application>Microsoft Office PowerPoint</Application>
  <PresentationFormat>Widescreen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Tahoma</vt:lpstr>
      <vt:lpstr>UTAC-(2018)-PPTMaster(widescreen)-27june-optimised (002)</vt:lpstr>
      <vt:lpstr>Office Theme</vt:lpstr>
      <vt:lpstr>Title: Statistic comparison result Device:</vt:lpstr>
      <vt:lpstr>PowerPoint Presentation</vt:lpstr>
      <vt:lpstr>  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TEMPLATES</dc:title>
  <dc:creator>Ho Foong Ching (Corp)</dc:creator>
  <cp:lastModifiedBy>PHIRAPHAT JINDARUK</cp:lastModifiedBy>
  <cp:revision>432</cp:revision>
  <dcterms:created xsi:type="dcterms:W3CDTF">2018-07-18T07:20:26Z</dcterms:created>
  <dcterms:modified xsi:type="dcterms:W3CDTF">2026-03-19T04:29:57Z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0x01010A001236D0C05A50BC40B98E98BE23DA78CC</vt:lpwstr>
  </property>
  <property fmtid="{D5CDD505-2E9C-101B-9397-08002B2CF9AE}" pid="3" name="MSIP_Label_8526ec97-40e0-43a1-8df6-e54b1864bfd3_Enabled">
    <vt:lpwstr>true</vt:lpwstr>
  </property>
  <property fmtid="{D5CDD505-2E9C-101B-9397-08002B2CF9AE}" pid="4" name="MSIP_Label_8526ec97-40e0-43a1-8df6-e54b1864bfd3_SetDate">
    <vt:lpwstr>2025-01-27T08:56:25Z</vt:lpwstr>
  </property>
  <property fmtid="{D5CDD505-2E9C-101B-9397-08002B2CF9AE}" pid="5" name="MSIP_Label_8526ec97-40e0-43a1-8df6-e54b1864bfd3_Method">
    <vt:lpwstr>Standard</vt:lpwstr>
  </property>
  <property fmtid="{D5CDD505-2E9C-101B-9397-08002B2CF9AE}" pid="6" name="MSIP_Label_8526ec97-40e0-43a1-8df6-e54b1864bfd3_Name">
    <vt:lpwstr>Internal</vt:lpwstr>
  </property>
  <property fmtid="{D5CDD505-2E9C-101B-9397-08002B2CF9AE}" pid="7" name="MSIP_Label_8526ec97-40e0-43a1-8df6-e54b1864bfd3_SiteId">
    <vt:lpwstr>91737204-713b-4e92-87c2-19bac9cdf87b</vt:lpwstr>
  </property>
  <property fmtid="{D5CDD505-2E9C-101B-9397-08002B2CF9AE}" pid="8" name="MSIP_Label_8526ec97-40e0-43a1-8df6-e54b1864bfd3_ActionId">
    <vt:lpwstr>d4c9cba7-72aa-4d69-a0a6-88c83c657a39</vt:lpwstr>
  </property>
  <property fmtid="{D5CDD505-2E9C-101B-9397-08002B2CF9AE}" pid="9" name="MSIP_Label_8526ec97-40e0-43a1-8df6-e54b1864bfd3_ContentBits">
    <vt:lpwstr>0</vt:lpwstr>
  </property>
</Properties>
</file>